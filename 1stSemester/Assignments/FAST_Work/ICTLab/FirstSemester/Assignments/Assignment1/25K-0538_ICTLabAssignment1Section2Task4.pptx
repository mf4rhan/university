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5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3" d="100"/>
          <a:sy n="83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6990B-9D20-42AE-847F-3C5BF6C20FC2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E8346-201A-4778-AFB5-34A5D07DF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0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E8346-201A-4778-AFB5-34A5D07DF4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67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E8346-201A-4778-AFB5-34A5D07DF4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7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7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9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6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7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40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25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1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10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92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73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3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05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08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28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0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39DD5F3-D62E-400F-B566-E2C7E748B3D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4CDBDD4-89BD-4EB0-9C4D-AE397A1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4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MHP5n3ElgCQ?feature=oembed" TargetMode="Externa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mj.com/content/370/bmj.m3164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9gyx8U7wCqQ?feature=oembed" TargetMode="Externa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ts.net/ai/how-ai-transforms-healthcare-and-eliminates-insurance-deductibles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822C-CEEE-201A-66DA-C19414788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601882"/>
            <a:ext cx="8825658" cy="1721665"/>
          </a:xfrm>
        </p:spPr>
        <p:txBody>
          <a:bodyPr/>
          <a:lstStyle/>
          <a:p>
            <a:r>
              <a:rPr lang="en-US" dirty="0"/>
              <a:t>The Importance of AI in Healthcare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8B753-770D-95F8-7625-ACC197EA9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567580"/>
            <a:ext cx="8825658" cy="861420"/>
          </a:xfrm>
        </p:spPr>
        <p:txBody>
          <a:bodyPr/>
          <a:lstStyle/>
          <a:p>
            <a:r>
              <a:rPr lang="en-US" dirty="0"/>
              <a:t>Transforming Diagnosis, Treatment, and Patient 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AC204F-85D1-79E8-35F1-1CAD06CF8F0D}"/>
              </a:ext>
            </a:extLst>
          </p:cNvPr>
          <p:cNvSpPr txBox="1"/>
          <p:nvPr/>
        </p:nvSpPr>
        <p:spPr>
          <a:xfrm>
            <a:off x="1250066" y="3429000"/>
            <a:ext cx="81601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 Muhammad Farhan</a:t>
            </a:r>
          </a:p>
          <a:p>
            <a:r>
              <a:rPr lang="en-US" dirty="0"/>
              <a:t>Roll no: 25K-0538</a:t>
            </a:r>
          </a:p>
          <a:p>
            <a:r>
              <a:rPr lang="en-US" dirty="0"/>
              <a:t>Program: BCS-1K</a:t>
            </a:r>
          </a:p>
          <a:p>
            <a:r>
              <a:rPr lang="en-US" dirty="0"/>
              <a:t>Section: K</a:t>
            </a:r>
          </a:p>
          <a:p>
            <a:r>
              <a:rPr lang="en-US" dirty="0"/>
              <a:t>Course: ICT Lab</a:t>
            </a:r>
          </a:p>
          <a:p>
            <a:r>
              <a:rPr lang="en-US" dirty="0"/>
              <a:t>Course Instructor: Miss Syeda Tehreem Gilani</a:t>
            </a:r>
          </a:p>
        </p:txBody>
      </p:sp>
      <p:sp>
        <p:nvSpPr>
          <p:cNvPr id="9" name="Action Button: Go Home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99F5F10-0DEC-C9CF-8F8D-7382438FBD91}"/>
              </a:ext>
            </a:extLst>
          </p:cNvPr>
          <p:cNvSpPr/>
          <p:nvPr/>
        </p:nvSpPr>
        <p:spPr>
          <a:xfrm>
            <a:off x="10972800" y="5720917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0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108B-6F64-160F-124B-F4FE8725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F8D41-7416-5735-708F-84D87E2FD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AI in Healthcare</a:t>
            </a:r>
          </a:p>
          <a:p>
            <a:r>
              <a:rPr lang="en-US" dirty="0"/>
              <a:t>Applications of AI</a:t>
            </a:r>
          </a:p>
          <a:p>
            <a:r>
              <a:rPr lang="en-US" dirty="0"/>
              <a:t>Benefits of AI in Healthcare</a:t>
            </a:r>
          </a:p>
          <a:p>
            <a:r>
              <a:rPr lang="en-US" dirty="0"/>
              <a:t>Challenges &amp; Ethical Issues</a:t>
            </a:r>
          </a:p>
          <a:p>
            <a:r>
              <a:rPr lang="en-US" dirty="0"/>
              <a:t>Future of AI in Healthcare</a:t>
            </a:r>
          </a:p>
          <a:p>
            <a:r>
              <a:rPr lang="en-US" dirty="0"/>
              <a:t>Interactive Quiz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4" name="Action Button: Go Forward or Next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15FE873-B35E-794C-6298-68539A85C877}"/>
              </a:ext>
            </a:extLst>
          </p:cNvPr>
          <p:cNvSpPr/>
          <p:nvPr/>
        </p:nvSpPr>
        <p:spPr>
          <a:xfrm>
            <a:off x="5324354" y="2673751"/>
            <a:ext cx="312517" cy="243070"/>
          </a:xfrm>
          <a:prstGeom prst="actionButtonForwardNex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ction Button: Go Forward or Next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111DF2E-354B-3C9A-D62A-4B5EAACCF50B}"/>
              </a:ext>
            </a:extLst>
          </p:cNvPr>
          <p:cNvSpPr/>
          <p:nvPr/>
        </p:nvSpPr>
        <p:spPr>
          <a:xfrm>
            <a:off x="5324350" y="3064506"/>
            <a:ext cx="312517" cy="243070"/>
          </a:xfrm>
          <a:prstGeom prst="actionButtonForwardNex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tion Button: Go Forward or Next 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FC6C770-917D-B1DE-DE6A-3FB4F749BF39}"/>
              </a:ext>
            </a:extLst>
          </p:cNvPr>
          <p:cNvSpPr/>
          <p:nvPr/>
        </p:nvSpPr>
        <p:spPr>
          <a:xfrm>
            <a:off x="5324350" y="3478629"/>
            <a:ext cx="312517" cy="243070"/>
          </a:xfrm>
          <a:prstGeom prst="actionButtonForwardNex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Go Forward or Next 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5E1EFDA-E561-469D-442B-A99A7283EF44}"/>
              </a:ext>
            </a:extLst>
          </p:cNvPr>
          <p:cNvSpPr/>
          <p:nvPr/>
        </p:nvSpPr>
        <p:spPr>
          <a:xfrm>
            <a:off x="5324350" y="3891864"/>
            <a:ext cx="312517" cy="243070"/>
          </a:xfrm>
          <a:prstGeom prst="actionButtonForwardNex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Go Forward or Next 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ACE129E3-F3DC-7AEA-C2FE-DE4E79C027C3}"/>
              </a:ext>
            </a:extLst>
          </p:cNvPr>
          <p:cNvSpPr/>
          <p:nvPr/>
        </p:nvSpPr>
        <p:spPr>
          <a:xfrm>
            <a:off x="5324349" y="4299449"/>
            <a:ext cx="312517" cy="243070"/>
          </a:xfrm>
          <a:prstGeom prst="actionButtonForwardNex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tion Button: Go Forward or Next 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4FF1EBAF-90C6-ABB5-2376-7EBFAAC108AF}"/>
              </a:ext>
            </a:extLst>
          </p:cNvPr>
          <p:cNvSpPr/>
          <p:nvPr/>
        </p:nvSpPr>
        <p:spPr>
          <a:xfrm>
            <a:off x="5324348" y="4707034"/>
            <a:ext cx="312517" cy="243070"/>
          </a:xfrm>
          <a:prstGeom prst="actionButtonForwardNex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ction Button: Go Forward or Next 9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A8FF5E8-07D4-7B7E-3292-E5BD15CEF86D}"/>
              </a:ext>
            </a:extLst>
          </p:cNvPr>
          <p:cNvSpPr/>
          <p:nvPr/>
        </p:nvSpPr>
        <p:spPr>
          <a:xfrm>
            <a:off x="5324347" y="5114619"/>
            <a:ext cx="312517" cy="243070"/>
          </a:xfrm>
          <a:prstGeom prst="actionButtonForwardNex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3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6C25-66B3-158A-B52D-693DF865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AI in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BC395-A534-C6EF-3CDD-2AD024FA8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refers to computer systems that can mimic human intelligence.</a:t>
            </a:r>
          </a:p>
          <a:p>
            <a:r>
              <a:rPr lang="en-US" dirty="0"/>
              <a:t>In healthcare, ai is used for diagnosis, treatment, and administrative support.</a:t>
            </a:r>
          </a:p>
          <a:p>
            <a:r>
              <a:rPr lang="en-US" dirty="0"/>
              <a:t>Key advantage: faster, more accurate decision-making.</a:t>
            </a:r>
          </a:p>
          <a:p>
            <a:r>
              <a:rPr lang="en-US" dirty="0"/>
              <a:t>Ai helps reduce human error and improves patient care.</a:t>
            </a:r>
          </a:p>
          <a:p>
            <a:endParaRPr lang="en-US" dirty="0"/>
          </a:p>
        </p:txBody>
      </p:sp>
      <p:sp>
        <p:nvSpPr>
          <p:cNvPr id="4" name="Action Button: Go Home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86F3950-909B-B957-69E7-6D57D0F53A6D}"/>
              </a:ext>
            </a:extLst>
          </p:cNvPr>
          <p:cNvSpPr/>
          <p:nvPr/>
        </p:nvSpPr>
        <p:spPr>
          <a:xfrm>
            <a:off x="11430000" y="6172200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38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AD08-E26C-56E9-0C44-9FB116A11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32" y="740780"/>
            <a:ext cx="3750197" cy="636607"/>
          </a:xfrm>
        </p:spPr>
        <p:txBody>
          <a:bodyPr/>
          <a:lstStyle/>
          <a:p>
            <a:r>
              <a:rPr lang="en-US" sz="2800" dirty="0"/>
              <a:t>Applications of AI</a:t>
            </a:r>
          </a:p>
        </p:txBody>
      </p:sp>
      <p:pic>
        <p:nvPicPr>
          <p:cNvPr id="5" name="Online Media 4" title="How AI is being used in health care | 90 Seconds w/ Lisa Kim">
            <a:hlinkClick r:id="" action="ppaction://media"/>
            <a:extLst>
              <a:ext uri="{FF2B5EF4-FFF2-40B4-BE49-F238E27FC236}">
                <a16:creationId xmlns:a16="http://schemas.microsoft.com/office/drawing/2014/main" id="{A963EDB1-BAED-4A44-0FE7-9914EBCBA3F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341837" y="1850261"/>
            <a:ext cx="6087329" cy="343936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DB4DC-3D7B-35A3-D050-0A27BC82F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1332" y="1713053"/>
            <a:ext cx="4039564" cy="46067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Medical Imaging &amp; Diagnosis</a:t>
            </a:r>
            <a:r>
              <a:rPr lang="en-US" dirty="0"/>
              <a:t> – AI detects diseases like cancer, stroke, and pneumonia earlier and more accurately.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Predictive Analytics</a:t>
            </a:r>
            <a:r>
              <a:rPr lang="en-US" dirty="0"/>
              <a:t> – Helps forecast disease outbreaks, patient risks, and hospital resource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Virtual Health Assistants</a:t>
            </a:r>
            <a:r>
              <a:rPr lang="en-US" dirty="0"/>
              <a:t> – Chatbots and apps provide reminders, symptom checks, and 24/7 patient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Drug Discovery &amp; Development</a:t>
            </a:r>
            <a:r>
              <a:rPr lang="en-US" dirty="0"/>
              <a:t> – Speeds up research and testing of new medicines.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Robotic Surgeries</a:t>
            </a:r>
            <a:r>
              <a:rPr lang="en-US" dirty="0"/>
              <a:t> – Improves precision, reduces errors, and shortens patient recovery time.</a:t>
            </a:r>
          </a:p>
        </p:txBody>
      </p:sp>
      <p:sp>
        <p:nvSpPr>
          <p:cNvPr id="6" name="Action Button: Go Home 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E634314-F0DC-823F-1275-6CB1C8BAD596}"/>
              </a:ext>
            </a:extLst>
          </p:cNvPr>
          <p:cNvSpPr/>
          <p:nvPr/>
        </p:nvSpPr>
        <p:spPr>
          <a:xfrm>
            <a:off x="11430000" y="6172200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C5791-7BA5-A393-1DFB-5A49A17674FD}"/>
              </a:ext>
            </a:extLst>
          </p:cNvPr>
          <p:cNvSpPr txBox="1"/>
          <p:nvPr/>
        </p:nvSpPr>
        <p:spPr>
          <a:xfrm>
            <a:off x="5264673" y="5308040"/>
            <a:ext cx="6279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short video explaining uses of AI In health care by Stanford University.</a:t>
            </a:r>
          </a:p>
        </p:txBody>
      </p:sp>
    </p:spTree>
    <p:extLst>
      <p:ext uri="{BB962C8B-B14F-4D97-AF65-F5344CB8AC3E}">
        <p14:creationId xmlns:p14="http://schemas.microsoft.com/office/powerpoint/2010/main" val="275357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0C72-30EA-AD37-132C-0A264EC22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821803"/>
            <a:ext cx="3865134" cy="1371601"/>
          </a:xfrm>
        </p:spPr>
        <p:txBody>
          <a:bodyPr>
            <a:normAutofit/>
          </a:bodyPr>
          <a:lstStyle/>
          <a:p>
            <a:r>
              <a:rPr lang="en-US" dirty="0"/>
              <a:t>Benefits of AI in Healthcare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6AA36C2-DB24-134C-24AA-4D3908C1930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124" r="27124"/>
          <a:stretch>
            <a:fillRect/>
          </a:stretch>
        </p:blipFill>
        <p:spPr>
          <a:xfrm>
            <a:off x="6605744" y="821803"/>
            <a:ext cx="3985092" cy="4572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94BF6-FCFA-3C86-6C2D-972423AE9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511705"/>
            <a:ext cx="3859212" cy="340295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Improved Accuracy</a:t>
            </a:r>
            <a:r>
              <a:rPr lang="en-US" dirty="0"/>
              <a:t> – AI reduces errors in diagnosis and treatment.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Personalized Care</a:t>
            </a:r>
            <a:r>
              <a:rPr lang="en-US" dirty="0"/>
              <a:t> – Treatment plans tailored to individual 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Faster Decisions</a:t>
            </a:r>
            <a:r>
              <a:rPr lang="en-US" dirty="0"/>
              <a:t> – Quicker diagnosis and patient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Cost Efficiency</a:t>
            </a:r>
            <a:r>
              <a:rPr lang="en-US" dirty="0"/>
              <a:t> – Reduces hospital expenses and saves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24/7 Support</a:t>
            </a:r>
            <a:r>
              <a:rPr lang="en-US" dirty="0"/>
              <a:t> – Virtual assistants help patients anytime.</a:t>
            </a:r>
          </a:p>
        </p:txBody>
      </p:sp>
      <p:sp>
        <p:nvSpPr>
          <p:cNvPr id="8" name="Action Button: Go Home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0A25719-F8E1-52FF-C240-FD678DDD236A}"/>
              </a:ext>
            </a:extLst>
          </p:cNvPr>
          <p:cNvSpPr/>
          <p:nvPr/>
        </p:nvSpPr>
        <p:spPr>
          <a:xfrm>
            <a:off x="11430000" y="6172200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8AAE0-6CBE-2A5D-C4C0-A78CF7AC46F7}"/>
              </a:ext>
            </a:extLst>
          </p:cNvPr>
          <p:cNvSpPr txBox="1"/>
          <p:nvPr/>
        </p:nvSpPr>
        <p:spPr>
          <a:xfrm>
            <a:off x="6605744" y="5512977"/>
            <a:ext cx="3985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Doctor using AI-powered holographic display of human body for medical analysis.</a:t>
            </a:r>
          </a:p>
        </p:txBody>
      </p:sp>
    </p:spTree>
    <p:extLst>
      <p:ext uri="{BB962C8B-B14F-4D97-AF65-F5344CB8AC3E}">
        <p14:creationId xmlns:p14="http://schemas.microsoft.com/office/powerpoint/2010/main" val="534112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DE16-C36B-C386-FB9C-A538DF2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851" y="1052332"/>
            <a:ext cx="2793158" cy="845916"/>
          </a:xfrm>
        </p:spPr>
        <p:txBody>
          <a:bodyPr/>
          <a:lstStyle/>
          <a:p>
            <a:r>
              <a:rPr lang="en-US" dirty="0"/>
              <a:t>Challenges &amp; Ethical Issues</a:t>
            </a:r>
          </a:p>
        </p:txBody>
      </p:sp>
      <p:pic>
        <p:nvPicPr>
          <p:cNvPr id="5" name="Online Media 4" title="The Challenge of Ethics and AI in Healthcare">
            <a:hlinkClick r:id="" action="ppaction://media"/>
            <a:extLst>
              <a:ext uri="{FF2B5EF4-FFF2-40B4-BE49-F238E27FC236}">
                <a16:creationId xmlns:a16="http://schemas.microsoft.com/office/drawing/2014/main" id="{2C2C8DDB-4113-F3BF-3EA1-B1228BD7506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428310" y="1898248"/>
            <a:ext cx="6207258" cy="350712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252CD-4DCD-3822-1D74-FC6DC7EBA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2825" y="2291788"/>
            <a:ext cx="3287210" cy="373309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Privacy</a:t>
            </a:r>
            <a:r>
              <a:rPr lang="en-US" dirty="0"/>
              <a:t> – Risk of patient information being misused.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Bias in AI</a:t>
            </a:r>
            <a:r>
              <a:rPr lang="en-US" dirty="0"/>
              <a:t> – Inaccurate results if training data is limited or unfair.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 Costs</a:t>
            </a:r>
            <a:r>
              <a:rPr lang="en-US" dirty="0"/>
              <a:t> – Expensive to implement AI systems in hospitals.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Job Concerns</a:t>
            </a:r>
            <a:r>
              <a:rPr lang="en-US" dirty="0"/>
              <a:t> – Fear of AI replacing some healthcare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Accountability</a:t>
            </a:r>
            <a:r>
              <a:rPr lang="en-US" dirty="0"/>
              <a:t> – Unclear who is responsible if AI makes a mistake.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Action Button: Go Home 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2C3FB90-F687-DC2A-6C11-0BD8EB821F37}"/>
              </a:ext>
            </a:extLst>
          </p:cNvPr>
          <p:cNvSpPr/>
          <p:nvPr/>
        </p:nvSpPr>
        <p:spPr>
          <a:xfrm>
            <a:off x="11430000" y="6172200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8EEA7-EAC1-7F9A-6A5C-5874F64CBC6B}"/>
              </a:ext>
            </a:extLst>
          </p:cNvPr>
          <p:cNvSpPr txBox="1"/>
          <p:nvPr/>
        </p:nvSpPr>
        <p:spPr>
          <a:xfrm>
            <a:off x="5428310" y="5405377"/>
            <a:ext cx="6207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video by Dr. Lindsey Jarrett explaining the Challenges of Ethics in AI.</a:t>
            </a:r>
          </a:p>
        </p:txBody>
      </p:sp>
    </p:spTree>
    <p:extLst>
      <p:ext uri="{BB962C8B-B14F-4D97-AF65-F5344CB8AC3E}">
        <p14:creationId xmlns:p14="http://schemas.microsoft.com/office/powerpoint/2010/main" val="88034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062A-6401-227F-3313-6715D937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032" y="978062"/>
            <a:ext cx="3865134" cy="1327269"/>
          </a:xfrm>
        </p:spPr>
        <p:txBody>
          <a:bodyPr>
            <a:normAutofit/>
          </a:bodyPr>
          <a:lstStyle/>
          <a:p>
            <a:r>
              <a:rPr lang="en-US" dirty="0"/>
              <a:t>Future of AI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4A2FB-66A5-2A22-3C47-AE8A0F027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615877"/>
            <a:ext cx="3859212" cy="326406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Smart Hospitals</a:t>
            </a:r>
            <a:r>
              <a:rPr lang="en-US" dirty="0"/>
              <a:t> – Fully AI-integrated systems for patient care.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Robotic Surgeries</a:t>
            </a:r>
            <a:r>
              <a:rPr lang="en-US" dirty="0"/>
              <a:t> – Even more precise and widely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Wearable Devices</a:t>
            </a:r>
            <a:r>
              <a:rPr lang="en-US" dirty="0"/>
              <a:t> – Real-time health monitoring and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Mental Health Support</a:t>
            </a:r>
            <a:r>
              <a:rPr lang="en-US" dirty="0"/>
              <a:t> – AI chatbots for counseling and therapy.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Global Health Monitoring</a:t>
            </a:r>
            <a:r>
              <a:rPr lang="en-US" dirty="0"/>
              <a:t> – AI tracking outbreaks and diseases worldwide.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96A5398D-0CBF-3F03-7329-07A52D14081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1" r="25851"/>
          <a:stretch>
            <a:fillRect/>
          </a:stretch>
        </p:blipFill>
        <p:spPr>
          <a:xfrm>
            <a:off x="7177836" y="978062"/>
            <a:ext cx="3624103" cy="4969476"/>
          </a:xfrm>
        </p:spPr>
      </p:pic>
      <p:sp>
        <p:nvSpPr>
          <p:cNvPr id="25" name="Action Button: Go Home 2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35D6526-CDD7-B301-848E-89FB2FD2255A}"/>
              </a:ext>
            </a:extLst>
          </p:cNvPr>
          <p:cNvSpPr/>
          <p:nvPr/>
        </p:nvSpPr>
        <p:spPr>
          <a:xfrm>
            <a:off x="11430000" y="6172200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B24268-3563-E499-0BF0-CC4546A55013}"/>
              </a:ext>
            </a:extLst>
          </p:cNvPr>
          <p:cNvSpPr txBox="1"/>
          <p:nvPr/>
        </p:nvSpPr>
        <p:spPr>
          <a:xfrm>
            <a:off x="7177835" y="5952411"/>
            <a:ext cx="36241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 doctor using AI with Holograms to check the physical state and data of Patient’s Health.</a:t>
            </a:r>
          </a:p>
        </p:txBody>
      </p:sp>
    </p:spTree>
    <p:extLst>
      <p:ext uri="{BB962C8B-B14F-4D97-AF65-F5344CB8AC3E}">
        <p14:creationId xmlns:p14="http://schemas.microsoft.com/office/powerpoint/2010/main" val="64584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F93F-9F67-1148-0C1B-4CE89044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58042-319C-AA46-DD7B-8FE00C2E1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504" y="2037147"/>
            <a:ext cx="11030673" cy="451412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Question:</a:t>
            </a:r>
            <a:br>
              <a:rPr lang="en-US" dirty="0"/>
            </a:br>
            <a:r>
              <a:rPr lang="en-US" dirty="0"/>
              <a:t>A hospital is using AI to:</a:t>
            </a:r>
          </a:p>
          <a:p>
            <a:r>
              <a:rPr lang="en-US" dirty="0"/>
              <a:t>Detect cancer in X-ray images</a:t>
            </a:r>
          </a:p>
          <a:p>
            <a:r>
              <a:rPr lang="en-US" dirty="0"/>
              <a:t>Predict which patients may develop diabetes</a:t>
            </a:r>
          </a:p>
          <a:p>
            <a:r>
              <a:rPr lang="en-US" dirty="0"/>
              <a:t>Perform robotic-assisted surgeries</a:t>
            </a:r>
          </a:p>
          <a:p>
            <a:r>
              <a:rPr lang="en-US" dirty="0"/>
              <a:t>Write patients’ personal stories for novels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Which of these is NOT a real application of AI in healthcare?</a:t>
            </a:r>
          </a:p>
          <a:p>
            <a:pPr marL="0" indent="0">
              <a:buNone/>
            </a:pPr>
            <a:r>
              <a:rPr lang="en-US" b="1" dirty="0"/>
              <a:t>A) </a:t>
            </a:r>
            <a:r>
              <a:rPr lang="en-US" dirty="0"/>
              <a:t>Detect cancer in X-rays</a:t>
            </a:r>
            <a:br>
              <a:rPr lang="en-US" dirty="0"/>
            </a:br>
            <a:r>
              <a:rPr lang="en-US" b="1" dirty="0"/>
              <a:t>B) </a:t>
            </a:r>
            <a:r>
              <a:rPr lang="en-US" dirty="0"/>
              <a:t>Predict diabetes risk</a:t>
            </a:r>
            <a:br>
              <a:rPr lang="en-US" dirty="0"/>
            </a:br>
            <a:r>
              <a:rPr lang="en-US" b="1" dirty="0"/>
              <a:t>C) </a:t>
            </a:r>
            <a:r>
              <a:rPr lang="en-US" dirty="0"/>
              <a:t>Robotic surgeries</a:t>
            </a:r>
            <a:br>
              <a:rPr lang="en-US" dirty="0"/>
            </a:br>
            <a:r>
              <a:rPr lang="en-US" b="1" dirty="0"/>
              <a:t>D) </a:t>
            </a:r>
            <a:r>
              <a:rPr lang="en-US" dirty="0"/>
              <a:t>Writing patient novels</a:t>
            </a: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3CB9EEA-9722-F1CC-FDCA-55885AEE0E61}"/>
              </a:ext>
            </a:extLst>
          </p:cNvPr>
          <p:cNvSpPr/>
          <p:nvPr/>
        </p:nvSpPr>
        <p:spPr>
          <a:xfrm>
            <a:off x="4109013" y="5231756"/>
            <a:ext cx="277792" cy="196770"/>
          </a:xfrm>
          <a:prstGeom prst="actionButtonBlan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tion Button: Blank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FFFEB27-7E41-C358-39CA-34FF46B27399}"/>
              </a:ext>
            </a:extLst>
          </p:cNvPr>
          <p:cNvSpPr/>
          <p:nvPr/>
        </p:nvSpPr>
        <p:spPr>
          <a:xfrm>
            <a:off x="4109013" y="5507618"/>
            <a:ext cx="277792" cy="196770"/>
          </a:xfrm>
          <a:prstGeom prst="actionButtonBlan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Blank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1C5921D-AFC1-F7A2-D560-AE5C8BB7A6E6}"/>
              </a:ext>
            </a:extLst>
          </p:cNvPr>
          <p:cNvSpPr/>
          <p:nvPr/>
        </p:nvSpPr>
        <p:spPr>
          <a:xfrm>
            <a:off x="4109013" y="5783482"/>
            <a:ext cx="277792" cy="196770"/>
          </a:xfrm>
          <a:prstGeom prst="actionButtonBlan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6CC3B86-273F-BE39-A28E-2708989E0A68}"/>
              </a:ext>
            </a:extLst>
          </p:cNvPr>
          <p:cNvSpPr/>
          <p:nvPr/>
        </p:nvSpPr>
        <p:spPr>
          <a:xfrm>
            <a:off x="4109013" y="6059346"/>
            <a:ext cx="277792" cy="196770"/>
          </a:xfrm>
          <a:prstGeom prst="actionButtonBlank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ction Button: Go Home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A5FC28A-B9BC-48AA-F178-252DD10C65EE}"/>
              </a:ext>
            </a:extLst>
          </p:cNvPr>
          <p:cNvSpPr/>
          <p:nvPr/>
        </p:nvSpPr>
        <p:spPr>
          <a:xfrm>
            <a:off x="11430000" y="6172200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11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83FD-791E-5AD4-020C-81C2D562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Correct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FEA32-12FB-7376-A135-CB747B6D2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Correct!</a:t>
            </a:r>
          </a:p>
          <a:p>
            <a:pPr marL="0" indent="0">
              <a:buNone/>
            </a:pPr>
            <a:r>
              <a:rPr lang="en-US" sz="2000" dirty="0"/>
              <a:t>“Writing patient novels” is </a:t>
            </a:r>
            <a:r>
              <a:rPr lang="en-US" sz="2000" b="1" dirty="0"/>
              <a:t>not</a:t>
            </a:r>
            <a:r>
              <a:rPr lang="en-US" sz="2000" dirty="0"/>
              <a:t> a real application of AI in healthcare.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AI is used for imaging, predictions, and robotic assistance, but not for creating fictional patient biographies as a clinical tool.</a:t>
            </a:r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A85C26C-4DD0-A029-8F41-B0F07B3FC631}"/>
              </a:ext>
            </a:extLst>
          </p:cNvPr>
          <p:cNvSpPr/>
          <p:nvPr/>
        </p:nvSpPr>
        <p:spPr>
          <a:xfrm>
            <a:off x="11430000" y="6172200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ction Button: Return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97FF1F5-C963-4810-0EE6-F98F55B5F20E}"/>
              </a:ext>
            </a:extLst>
          </p:cNvPr>
          <p:cNvSpPr/>
          <p:nvPr/>
        </p:nvSpPr>
        <p:spPr>
          <a:xfrm>
            <a:off x="10696614" y="6172200"/>
            <a:ext cx="555585" cy="520861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6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5272-7E29-4A35-4241-BBFAD453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Incorrect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8A92C-8714-9A53-2F37-CFB310CDD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Incorrect!</a:t>
            </a:r>
          </a:p>
          <a:p>
            <a:pPr marL="0" indent="0">
              <a:buNone/>
            </a:pPr>
            <a:r>
              <a:rPr lang="en-US" sz="2000" dirty="0"/>
              <a:t>Options A, B, and C are real AI applications in healthcare:</a:t>
            </a:r>
          </a:p>
          <a:p>
            <a:r>
              <a:rPr lang="en-US" sz="2000" dirty="0"/>
              <a:t>Medical imaging (cancer detection)</a:t>
            </a:r>
          </a:p>
          <a:p>
            <a:r>
              <a:rPr lang="en-US" sz="2000" dirty="0"/>
              <a:t>Predictive analytics (disease risk)</a:t>
            </a:r>
          </a:p>
          <a:p>
            <a:r>
              <a:rPr lang="en-US" sz="2000" dirty="0"/>
              <a:t>Robotic-assisted surgery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ction Button: Go Hom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5A16743-8083-3919-C78A-A5EE933733D9}"/>
              </a:ext>
            </a:extLst>
          </p:cNvPr>
          <p:cNvSpPr/>
          <p:nvPr/>
        </p:nvSpPr>
        <p:spPr>
          <a:xfrm>
            <a:off x="11430000" y="6172200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ction Button: Return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BBDFBF7-1E36-E77D-775E-CF181C5CD664}"/>
              </a:ext>
            </a:extLst>
          </p:cNvPr>
          <p:cNvSpPr/>
          <p:nvPr/>
        </p:nvSpPr>
        <p:spPr>
          <a:xfrm>
            <a:off x="10696614" y="6172200"/>
            <a:ext cx="555585" cy="520861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17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237B-B12B-4C8D-202D-138DD36B6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219201"/>
            <a:ext cx="8825658" cy="86142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49D05-1F3B-8B0E-8ABD-2626DCCEE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6525" y="2523280"/>
            <a:ext cx="4839475" cy="311551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cap="none" dirty="0"/>
              <a:t>AI is transforming healthcare with speed, accuracy, and personalization.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cap="none" dirty="0"/>
              <a:t>It brings both benefits and challenges.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cap="none" dirty="0"/>
              <a:t>Future of medicine = partnership between humans and ai.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cap="none" dirty="0"/>
          </a:p>
          <a:p>
            <a:pPr algn="ctr"/>
            <a:r>
              <a:rPr lang="en-US" i="1" cap="none" dirty="0"/>
              <a:t>"AI won’t replace doctors, but doctors using AI will replace those who don’t."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162FA-CCED-69D0-EB66-2B69E458A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67019" y="2318151"/>
            <a:ext cx="4668456" cy="3112304"/>
          </a:xfrm>
          <a:prstGeom prst="rect">
            <a:avLst/>
          </a:prstGeom>
        </p:spPr>
      </p:pic>
      <p:sp>
        <p:nvSpPr>
          <p:cNvPr id="8" name="Action Button: Go Home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8D80511-D70A-29F6-BAFC-BF20594C09C5}"/>
              </a:ext>
            </a:extLst>
          </p:cNvPr>
          <p:cNvSpPr/>
          <p:nvPr/>
        </p:nvSpPr>
        <p:spPr>
          <a:xfrm>
            <a:off x="10972800" y="5720917"/>
            <a:ext cx="590309" cy="520861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93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111</TotalTime>
  <Words>622</Words>
  <Application>Microsoft Office PowerPoint</Application>
  <PresentationFormat>Widescreen</PresentationFormat>
  <Paragraphs>76</Paragraphs>
  <Slides>11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Wingdings</vt:lpstr>
      <vt:lpstr>Wingdings 3</vt:lpstr>
      <vt:lpstr>Ion Boardroom</vt:lpstr>
      <vt:lpstr>The Importance of AI in Healthcare</vt:lpstr>
      <vt:lpstr>Agenda</vt:lpstr>
      <vt:lpstr>Introduction to AI in Healthcare</vt:lpstr>
      <vt:lpstr>Applications of AI</vt:lpstr>
      <vt:lpstr>Benefits of AI in Healthcare</vt:lpstr>
      <vt:lpstr>Challenges &amp; Ethical Issues</vt:lpstr>
      <vt:lpstr>Future of AI in Healthcare</vt:lpstr>
      <vt:lpstr>Interactive Quiz</vt:lpstr>
      <vt:lpstr>Correct</vt:lpstr>
      <vt:lpstr>Incorrect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Farhan</dc:creator>
  <cp:lastModifiedBy>Mohammad Farhan</cp:lastModifiedBy>
  <cp:revision>4</cp:revision>
  <dcterms:created xsi:type="dcterms:W3CDTF">2025-09-29T16:15:59Z</dcterms:created>
  <dcterms:modified xsi:type="dcterms:W3CDTF">2025-10-01T07:23:02Z</dcterms:modified>
</cp:coreProperties>
</file>